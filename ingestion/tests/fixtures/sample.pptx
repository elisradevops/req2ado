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shall not exceed 500W.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Thermal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enclosure shall stay below 70C under full 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